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AlgoTalk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Collaborative DSA Learning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 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AlgoTalk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Members:  </a:t>
            </a:r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&lt;Add your names here&gt;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286000" cy="54864"/>
          </a:xfrm>
          <a:prstGeom prst="rect">
            <a:avLst/>
          </a:prstGeom>
          <a:solidFill>
            <a:srgbClr val="E356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students struggle with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90–95% of students skip upsolving after contests — after 10 contests, most upsolve only 1.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rely on AI / solution tabs for direct answers and miss the problem-solving approach.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is scattered across LeetCode, GFG, CodeChef, Codeforces with no unified tracking.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platform has a different focus (algorithms vs math/logic) — no cross-platform roadmap.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know the logic but fail interviews because they cannot communicate their approach clearly.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AlgoTalk addresses each gap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Weak-area analytics map mistakes by topic and difficulty to identify gaps.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Post-contest upsolving workflow pushes guided reviews instead of skipping.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Guided AI hints give direction and thinking domains — never full solutions.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Cross-platform dashboard unifies LeetCode, GFG, CodeChef, Codeforces, and 3 more.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Mock interview module scores both code quality and verbal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&amp; 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6E8"/>
          </a:solidFill>
          <a:ln w="12700">
            <a:solidFill>
              <a:srgbClr val="EED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002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3562B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733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Personalized roadmaps from weak-topic analysis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Guided upsolving after every contest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Hints &amp; approach guidance — no direct solutions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Cross-platform progress tracking (7 platforms)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mock interviews with communication scoring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0F6F6"/>
          </a:solidFill>
          <a:ln w="12700">
            <a:solidFill>
              <a:srgbClr val="C8DC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6002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D3639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6733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Frontend: Next.js 14, Tailwind, Zustand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Backend: Express + TypeScript, MongoDB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AI: Google Gemini 2.5 (multi-key rotation)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Real-time: WebSocket, Yjs CRDT, WebRTC voice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Testing: Vitest — 144 unit tests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35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&lt;Add member names and roles here&gt;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need structured guidance, not instant answers.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Upsolving habits grow only with active prompts and tracking.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Communication practice is as important as coding practice.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53035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E3562B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53766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53035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D3639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0" y="537667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AlgoTalk — Project Presentation</dc:title>
  <dc:subject>PptxGenJS Presentation</dc:subject>
  <dc:creator>AlgoTalk Team</dc:creator>
  <cp:lastModifiedBy>AlgoTalk Team</cp:lastModifiedBy>
  <cp:revision>1</cp:revision>
  <dcterms:created xsi:type="dcterms:W3CDTF">2026-05-11T05:08:17Z</dcterms:created>
  <dcterms:modified xsi:type="dcterms:W3CDTF">2026-05-11T05:08:17Z</dcterms:modified>
</cp:coreProperties>
</file>